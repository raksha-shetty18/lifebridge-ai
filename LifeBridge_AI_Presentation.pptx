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4389120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43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 Action Navigator for Real-World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have a problem. Let’s find your next step.”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give answers. LifeBridge turns a real-world crisis into an actionable, visual, and trackable pathway.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Production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Render Cloud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438912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Dual-Tier Reasoning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Offline Brain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438912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131C2E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Zero Hallucinations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Statutory Portals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01.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"Action Gap" in Generative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4937760" cy="4389120"/>
          </a:xfrm>
          <a:prstGeom prst="roundRect">
            <a:avLst>
              <a:gd name="adj" fmla="val 3125"/>
            </a:avLst>
          </a:prstGeom>
          <a:solidFill>
            <a:srgbClr val="131C2E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Real-World Crisis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Portals: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document requirements across scattered institutional sites.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Cognitive Overload: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anxiety and panic make it difficult to prioritize what to do first.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Deadlines: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appeal windows and cyber fraud reports expire quickly.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Multi-Day Tracking: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Resolutions take days or weeks with no structured tracking tool.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31C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Why Traditional Chatbots Fail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Walls of Unranked Text: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Dumps 15 general suggestions without clarifying the #1 priority today.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Ephemeral State: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browser tab and all checklist progress is completely erased.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Hallucination Risk: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Invents outdated rules, non-existent links, and unverified phone numbers.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Topological Flow: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to map prerequisite document milestones and dependencies.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02.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Conversation to Case Resolution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45720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/ Paradigm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Conversational Chatbots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LifeBridge AI Action Navigator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 Priority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Unranked wall of 10+ general suggestions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🎯 Spotlight "WHAT SHOULD I DO NOW?" with Rationale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text causing decision paralysis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🗺️ Interactive SVG Topological Action Graph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Persistence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 as soon as the tab closes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📂 Local-First Workspace + Live Checklist 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Integrity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of hallucinated links / fake numbers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🏛️ Strict Verified Official Statutory Directory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manually re-type long follow-up prompts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1-Click Adaptive Context Refinement Chips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03. AI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10-Stage AI Action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incident description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9504" y="16459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6664" y="2651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bottlenecks &amp; missing info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6459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84648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&amp; Urgency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84648" y="2651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domain &amp; severity level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05472" y="16459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2632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42632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Dual-Tier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42632" y="2651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1.5 JSON or Heuristic Brain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63456" y="16459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0616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00616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 Spotlight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0616" y="2651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task + Why It Matters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8404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Roadmap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846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step-by-step milestones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89504" y="38404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6664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26664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Graph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26664" y="4846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SVG prerequisite map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47488" y="38404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84648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Gateways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84648" y="4846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statutory portals &amp; numbers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05472" y="38404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42632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Sync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42632" y="4846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progress &amp; activity log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63456" y="38404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C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0616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00616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Refine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500616" y="4846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plan tailoring &amp; sync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04. PRODUCT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Focus Under Pressure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“WHAT SHOULD I DO NOW?” Spotlight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cognitive overload by highlighting the single immediate priority for today with a prominent "Why This Matters" rationale.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Topological Action Graph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SVG dependency canvas showing prerequisite steps, required documents, official channels, and real-time completion state.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☑️  Deterministic Checklist Sync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real-time mathematical progress (X/Y completed) synced with case timelines, status transitions, and confetti completion rewards.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88620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Verified Official Gateways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directory of authentic statutory portals (UIDAI, NSP, National Cyber Crime 1930) with zero hallucinations and trust badges.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05. RELIABILITY &amp; AI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Dual-Tier Intelligence: 100% Zero-Downtime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3108960"/>
          </a:xfrm>
          <a:prstGeom prst="roundRect">
            <a:avLst>
              <a:gd name="adj" fmla="val 4412"/>
            </a:avLst>
          </a:prstGeom>
          <a:solidFill>
            <a:srgbClr val="131C2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Google Gemini 1.5 Flash (Live AI)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Schema-Enforced JSON Mode: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structured, deterministic response parsing.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Anti-Generic Validation: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validator intercepts and rejects vague boilerplate.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Scoring System: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roadmap scored 0-100 for entity specificity.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3108960"/>
          </a:xfrm>
          <a:prstGeom prst="roundRect">
            <a:avLst>
              <a:gd name="adj" fmla="val 4412"/>
            </a:avLst>
          </a:prstGeom>
          <a:solidFill>
            <a:srgbClr val="131C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Contextual Heuristic Brain (v2.0)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Zero-API Resilience: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smoothly when cloud AI APIs are unconfigured or offline.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Entity Matching: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domain-specific actions across 6 major life verticals.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Diversity Score: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across 15/15 pairwise cross-scenario uniqueness tests.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Automated Verification: 6/6 Test Suites Passed (100% Pass Rate) | Production Build: 0 Errors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06. REAL-WORLD 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Across Diverse Real-World Scenarios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"Missed scholarship application deadline..."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Immediate Action: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official defect remarks PDF &amp; submit representation to college nodal officer.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Safety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0175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"Received suspicious UPI collect request..."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38404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Immediate Action: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41148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collect request immediately, reset UPI PIN, and log incident with 1930 Cyber Fraud helpline.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Documents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"Lost Aadhaar card while travelling..."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Immediate Action: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1148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instant password-protected e-Aadhaar from UIDAI &amp; activate biometric lock on mAadhaar.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23960" y="164592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00684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Roadmaps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06840" y="30175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"Need software internship skill roadmap..."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06840" y="38404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Immediate Action: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6840" y="41148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profile against 5 active job postings, build 1 deployed full-stack project, format ATS resume.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07. ENGINEERING RIGOR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Production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Frontend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Live on Vercel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&amp; Vite 6 (Single Page App)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&amp; Lucide Icons design system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interactive SVG Action Graph Canvas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Confetti celebration &amp; dynamic progress bar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 Deep-linking with rewrite fallbacks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Microservice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Live on Render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&amp; Express API service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1.5 Flash SDK integration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Port &amp; CORS handling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Anti-Generic Quality Scoring Engine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Heuristic Fallback Brain v2.0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Persistence &amp;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+ Cloud Ready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83880" y="27432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Local-First localStorage persistence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Optional Supabase PostgreSQL with RLS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API keys or secrets in client bundle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`.env` git-protection policy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live health &amp; scenario test suite
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 LifeBridge AI  |  08. TRUST &amp; ETHICS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— "You have a problem. Let's find your next step."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Verified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&amp; User Trust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Zero Hallucinations Policy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resources link strictly to verified statutory directories (UIDAI, National Career Service, NSP, Cyber Crime 1930). LifeBridge never fabricates government URLs or emergency phone numbers.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Privacy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crises remain stored on the user's local device by default via Local-First architecture. No mandatory account creation or unauthorized data logging.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🧘  Calm UX Under Crisis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visual hierarchy and reassuring deterministic progress bars replace high-friction walls of text to eliminate panic and decision paralysis.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88620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31C2E"/>
          </a:solidFill>
          <a:ln w="15240">
            <a:solidFill>
              <a:srgbClr val="2335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Clear Navigational Role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disclaimer that LifeBridge provides procedural organization and navigation, while statutory requirements are verified through official portals.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200400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Ready for Hackathon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AI turns panic into clarity, and conversations into completed cases.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0607040" cy="2377440"/>
          </a:xfrm>
          <a:prstGeom prst="roundRect">
            <a:avLst>
              <a:gd name="adj" fmla="val 5769"/>
            </a:avLst>
          </a:prstGeom>
          <a:solidFill>
            <a:srgbClr val="131C2E"/>
          </a:solidFill>
          <a:ln w="19050">
            <a:solidFill>
              <a:srgbClr val="23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200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Production Links: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Application (Vercel):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https://client-git-main-raksha-shetty18s-projects.vercel.app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API (Render):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https://lifebridge-ai-7kcb.onrender.com
</a:t>
            </a:r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Repository: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https://github.com/Raksha-Shetty18/lifebridge-ai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 your questions and feedback!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2026-09-20T09:52:35Z</dcterms:created>
  <dcterms:modified xsi:type="dcterms:W3CDTF">2026-09-20T09:52:35Z</dcterms:modified>
</cp:coreProperties>
</file>